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566160" cy="411480"/>
          </a:xfrm>
          <a:prstGeom prst="roundRect">
            <a:avLst/>
          </a:prstGeom>
          <a:solidFill>
            <a:srgbClr val="0E7490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INTELLIGENT WORKSHOP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PREMIUM AUTO SERVICES</a:t>
            </a:r>
          </a:p>
          <a:p>
            <a:pPr algn="ctr">
              <a:spcBef>
                <a:spcPts val="800"/>
              </a:spcBef>
              <a:defRPr sz="1700" b="0">
                <a:solidFill>
                  <a:srgbClr val="06B6D4"/>
                </a:solidFill>
                <a:latin typeface="Arial"/>
              </a:defRPr>
            </a:pPr>
            <a:r>
              <a:t>Next-Generation AI-Driven Smart Vehicle &amp; Garage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Deep Vision ALPR | Automated Supply Chain | Precision Service Bay | Zero-Trust RBAC</a:t>
            </a:r>
          </a:p>
          <a:p>
            <a:pPr algn="ctr">
              <a:spcBef>
                <a:spcPts val="1200"/>
              </a:spcBef>
              <a:defRPr sz="1100" b="1">
                <a:solidFill>
                  <a:srgbClr val="10B981"/>
                </a:solidFill>
                <a:latin typeface="Arial"/>
              </a:defRPr>
            </a:pPr>
            <a:r>
              <a:t>Java Spring Boot 3.2  x  React 18  x  Python OpenCV/EasyOCR  x  MySQL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PROBLEM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Industry Crisis: Why Traditional Auto Workshops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017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Manual Gate Bottlenecks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Advisors manually type plates in clipboards/Excel.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Average 4-7 minutes wasted per arriving car.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High typo frequency leads to split service histories.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Zero automated identification of returning VIP owners.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0175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Blind Inventory Pilferage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Unmonitored stock rooms lose up to 18% of spare parts.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Frequent surprise stockouts delay active service repairs.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Manual vendor reorders cause excess or stale stock.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Zero real-time synchronization between bay usage and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0175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Fragmented Operations &amp; Risk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Accounting, job cards, and mechanic logs in silos.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Zero audit logging invites financial manipulation.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Unregistered technicians assigned to critical repairs.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Non-standard, unprofessional paper invoices.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SYSTEM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Solution: A Synchronized Autonomous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219456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1. Zero-Touch Gate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AI camera detects plate in milliseconds.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Scans full HD frames effortlessly.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Handles cars and 2-line motorbikes.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Fuzzy matching reconciles typos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79" y="1783080"/>
            <a:ext cx="219456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92024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2. Smart Service Bay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Digital job ticket creation.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Verified mechanic assignment.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Live status queue tracking.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Automatic active-to-report lifecycle.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21945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3. Auto Parts Vault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Real-time stock level monitoring.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Pre-set minimum threshold alerts.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Automated vendor order generation.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Itemized cost tracking per job.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1783080"/>
            <a:ext cx="219456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92024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4. Enterprise Trust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One-click GST compliant PDF invoices.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Role-based privilege segregation.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Encrypted KYC document vault.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Clear financial revenue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TECHNICAL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High-Performance Distributed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0175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Frontend Client (Port 3000)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React 18 Single Page Application (SPA).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Axios REST client with JWT Bearer Interceptors.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Recharts interactive analytics visualization.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Client-side jsPDF structured invoice generator.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Lucide responsive UI iconography.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017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Enterprise Core (Port 8080)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Java Spring Boot 3.2 REST API Server.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Spring Security with stateless JWT validation.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Hibernate / Spring Data JPA ORM layer.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Levenshtein Distance algorithm for AI corrections.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Multi-part KYC Document BLOB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0175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AI Vision Engine (Port 8000)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Python FastAPI asynchronous microservice.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OpenCV optimized contrast &amp; size pipeline.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EasyOCR neural reader with character allowlist.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Spatial geometry stitcher for motorbike plates.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Regex Indian HSRP syntax enforcement.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ALPR CORE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Computer Vision Engine: Indian License Plate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0175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1. Visual Optimization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Dynamic 800px Frame Rescaling: Eliminates CPU bottlenecks while preserving character sharpness.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Contrast Equalization (equalizeHist): Normalizes lighting, cutting glare from headlights and night shadows.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Grayscale Edge Filtering: Optimizes font outlines for deep character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017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2. Neural Recognition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EasyOCR Network Allowlist: Restricts output to uppercase alphanumerics, completely eliminating random punctuation noise.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Motorbike Spatial Stacking: Intelligently calculates X-axis centering and Y-axis proximity to merge 2-line motorcycle plates flawlessly.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017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3. Contextual Fuzzy Logic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State/RTO Regex Rule: Validates LL-NN-[L]-NNNN Indian format pattern.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Levenshtein Distance Auto-Correction: If camera reads 'MH15CV1284' and customer is 'MH15CV1234', the Java backend mathematically repairs the typo in 2ms.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Comprehensive Feature Suite &amp; Module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1488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0175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Overview Dashboard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Aggregated live metrics (Vehicles, Scans, Active Bays).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Hourly ALPR vehicle traffic visual charts.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3291840" cy="21488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4206240"/>
            <a:ext cx="3017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Vehicle Directory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Multi-category selector (Car, Motorbike, Scooter, Heavy).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Deep search by plate, owner name, or vehicle color.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291840" cy="21488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783080"/>
            <a:ext cx="3017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920240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Service Bay (Maintenance)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Schedule new tickets with verified mechanic search.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Status tracking: In Queue -&gt; In Progress -&gt; Completed.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069080"/>
            <a:ext cx="3291840" cy="21488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4206240"/>
            <a:ext cx="3017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343400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Parts Vault (Inventory)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Item tracking with reorder quantity triggers.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Dedicated vendor linking for automatic replenishment.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45920"/>
            <a:ext cx="3291840" cy="21488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20" y="1783080"/>
            <a:ext cx="30175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920240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Service Reports &amp; Billing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Historical ledger with multi-filters (Paid, Unpaid, Date).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One-click professional invoice PDF with cashier sign block.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069080"/>
            <a:ext cx="3291840" cy="21488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4206240"/>
            <a:ext cx="30175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343400"/>
            <a:ext cx="2834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Enterprise Registry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Register mechanics &amp; staff with KYC Document BLOBs.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Vendor profiles and Garage branding master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PROCUREMENT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Parts Vault: The Autonomous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017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Granular Stock Tracking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SKU, part name, serial number, and unit cost.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Storage location coordinates inside physical warehouse.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Automatic stock decrement upon ticket closure.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Eliminates mystery missing inventory.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017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Automated Order Rules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Define safety stock thresholds per critical part.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Link parts directly to primary and secondary vendors.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Automated Purchase Orders trigger immediately when threshold is breached.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Eliminates delayed customer vehicle turnarounds.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017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Cost &amp; Profit Analytics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Real-time part markup and profit margin visibility.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Itemized spare parts billing on customer invoices.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Supplier performance &amp; spending tracking over time.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Zero manual math during cashier checkout.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Zero-Trust Security, RBAC &amp; Data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0175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Stateless JWT Auth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HMAC-SHA256 cryptographically signed tokens.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Tokens expire automatically, mitigating stolen sessions.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Eliminates server-side session memory overhead.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Spring Security filter chain intercepts every endpoint.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0175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Strict 3-Tier RBAC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OWNER: Full financial access, employee CRUD, system wipes.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MANAGER: Service bay scheduling, parts control, viewing logs.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EMPLOYEE: Limited to assigned vehicle tickets and bay work.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Guarantees technicians cannot alter financial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017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Data Protection &amp; Audit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BCrypt high-entropy salted password encryption.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Employee KYC (Aadhar/PAN) stored in encrypted DB BLOBs.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Input sanitization prevents SQL injection on camera inputs.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CORS policy locked strictly to authorized frontend origins.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MARKET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Competitive Matrix: Why We Outperform 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017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Traditional Tools (Excel / Paper)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Gate Entry: 100% Manual, slow &amp; typo-prone.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Inventory: Unchecked stockouts &amp; high pilferage.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Billing: Disconnected, manual invoice creation.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Security: None; open access to all records.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Customer Experience: Frustrating delays &amp; lost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017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Generic Garage Software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Gate Entry: Basic text input; no AI camera.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Inventory: Manual stock count; no auto-reorders.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Billing: Generic receipts; no mechanic accountability.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Security: Basic passwords; no strict RBAC hierarchy.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Architecture: Outdated desktop software or sluggish SaaS.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9184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783080"/>
            <a:ext cx="30175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PREMIUM AUTO SERVICES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Gate Entry: Instant AI ALPR + Fuzzy DB matching.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Inventory: Autonomous vendor auto-restocking.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Billing: Instant structured GST PDF invoices.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Security: Enterprise Spring Security + JWT + BLOB vault.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Architecture: Modern decoupled microservice ready.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//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Future Horizons: Scaling the Autonomous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219456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Phase 1: YOLOv10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Upgrade OCR with YOLOv10 plate detector.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- 99.9% read accuracy in rain, fog, and night.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Instant plate cropping from 4K security feeds.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79" y="1783080"/>
            <a:ext cx="219456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92024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Arial"/>
              </a:defRPr>
            </a:pPr>
            <a:r>
              <a:t>Phase 2: IoT OBD-II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Bluetooth dongle syncs when car enters bay.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Auto-pulls engine diagnostic trouble codes.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Pre-populates service tickets with exact faults.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21945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Phase 3: Customer App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React Native mobile app for vehicle owners.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Live progress bar of repair stages.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Online payment approval for recommended parts.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98280" y="1783080"/>
            <a:ext cx="219456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920240"/>
            <a:ext cx="2011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Phase 4: WhatsApp Bot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Twilio automated WhatsApp dispatch.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Sends gate entry confirmation instantly.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Arial"/>
              </a:defRPr>
            </a:pPr>
            <a:r>
              <a:t>- Auto-sends PDF invoices upon payment completion.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